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7EF7-7648-C8A9-071A-8A707B45F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E68B7-5EDC-23BD-D6DB-E34A75A69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FA218-074C-D150-D41E-171A03F4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1B09-2AB9-A8E3-97BD-AAF207D6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B5686-E77E-214A-4C88-DD3F77DD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40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531B-AE57-9FE8-B312-33445D54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DA2AB-D57B-585A-798C-FA10ADFAA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5A31-AD79-52A0-16D4-DE28908DD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B4D5D-4054-413D-533B-2A6E3157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14270-4391-15A1-44A9-711BF55C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49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E9E9-4BD0-1797-BBF1-E17FF4F59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A30B3-6334-274B-9EAD-72B19622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EBF83-E942-25C7-3151-B95D86E8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3940C-2341-6CFE-D6EB-F64E36C5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0EBE9-D85E-70D2-B8EF-1832F4C4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6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B3CE-CFD1-59DB-A523-543C5B9A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3D3B5-6BA2-A5C4-AD44-482D5B116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970DA-90A9-E977-00FF-A4FB2047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A4C6F-F4E7-D8CA-2996-1EDFD17C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80205-CA20-714B-8D02-2E8154C4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343F6-F306-BD09-972A-0D460668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9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931F-4447-1484-C4ED-6DA318E1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109AD-E416-A066-60AF-270CCD66F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485C6-C19C-B743-FAD5-A5B903F43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15BBD-28E3-A8B0-02BF-3E892A51E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9363C-FB22-82E4-1180-F309AA46F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B0E0C2-E15B-B0C4-B548-82727917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91DF5-B6E4-B94F-5A26-5FA78ED0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5FFCF-92E3-BA0D-B549-BE89C524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38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CCAC-79E4-A774-61FE-4F97B3C6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D5625-B28E-AC92-32D9-124F4A4D6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68FB0-3FD9-8C2F-A474-3FCF1551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6327B-5D62-83B1-9719-579368F8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59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CF791-CD4B-1510-55E3-4D22591C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CF955-ACEE-E5C5-B69C-FFBE5D90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F0B75-5664-E271-6545-3ED8463D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95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9BAA-619A-40F1-F1C1-3FBB864B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F1F4-C9E9-8A10-744E-E6BC698D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3D3F8-E82B-DE99-C7A0-A450294A6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F07A9-AC68-FDBA-C6E5-3675F2A1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CBC73-0128-A95F-9651-4FD5D5BF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7FA34-53A2-10DA-40E8-FF949E72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03B1-4EA9-8C85-4349-28D19FBE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C40E6-B1A7-C73F-2DD9-909E2CF1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63408-1D4B-0EEF-F8A9-A1C6D5966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3544F-C356-A093-CA2C-5672EFC7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73146-A633-F421-7A18-485C8927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A6C19-7DB6-47C0-2729-3D8B0105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72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0421-AE25-0B6B-1585-2B64E270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4E6E8-1E8D-197D-3FF2-AFA2D3629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986FE-3EA4-87CD-C93C-7A270720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E4113-65C2-3FCA-D988-EF49A55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D6B36-A91C-4228-869B-F662540A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42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16E74-D741-91A4-F06F-00D969562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3E9A-A9D8-D7C1-3C9E-3F777299D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29C9-BAAC-212E-57E5-4C403257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83A3-A015-4441-DE74-BA950CDB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1FD0-4767-9CDE-A30A-6C57ED8E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02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6C0BD-6204-ECB8-0325-9814391F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AEDDD-0976-4C4F-1E2D-B36111D6A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864D0-E782-6826-5BAF-972BC42A6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18F34-6D40-4753-BCB1-7E3CB3A0B49A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9C2B-D38F-CE49-8AEA-7D460B2D4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0DE3-EBF5-662F-844C-230FF8A27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6E412-BE04-478C-9F1D-F91CA8567A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23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visers say digital wealth managers pushing them into retirement –  International Adviser">
            <a:extLst>
              <a:ext uri="{FF2B5EF4-FFF2-40B4-BE49-F238E27FC236}">
                <a16:creationId xmlns:a16="http://schemas.microsoft.com/office/drawing/2014/main" id="{32EFBF5F-5D5F-B269-6963-14C716FE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174" y="711200"/>
            <a:ext cx="3497610" cy="2433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AA7E6-6287-3A51-7098-C75D28B8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200"/>
            <a:ext cx="1957813" cy="363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2D945-4165-C61D-FFA5-D2B293085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199" y="3932054"/>
            <a:ext cx="4507271" cy="2925946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D372E17-4421-D34B-8772-632265F053A1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1444821" y="3877485"/>
            <a:ext cx="1467465" cy="239929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298D770-36B4-13F0-C134-3D1CE94593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51872" y="3180441"/>
            <a:ext cx="2707968" cy="2361528"/>
          </a:xfrm>
          <a:prstGeom prst="bentConnector3">
            <a:avLst>
              <a:gd name="adj1" fmla="val 62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E460DE-0353-789A-C847-27083A8F63E0}"/>
              </a:ext>
            </a:extLst>
          </p:cNvPr>
          <p:cNvCxnSpPr/>
          <p:nvPr/>
        </p:nvCxnSpPr>
        <p:spPr>
          <a:xfrm>
            <a:off x="1957813" y="1858297"/>
            <a:ext cx="65274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EB85AD-F81C-2F3B-BF9D-6E5E7F9C1CAA}"/>
              </a:ext>
            </a:extLst>
          </p:cNvPr>
          <p:cNvSpPr txBox="1"/>
          <p:nvPr/>
        </p:nvSpPr>
        <p:spPr>
          <a:xfrm>
            <a:off x="0" y="67667"/>
            <a:ext cx="618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HNW Client on Smart-Phone </a:t>
            </a:r>
          </a:p>
          <a:p>
            <a:r>
              <a:rPr lang="en-GB" dirty="0"/>
              <a:t>Mobile Identity Verification API 2.0 – Silent Carier Handshake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5E12BF-6B49-C923-80DF-6C0A4F721527}"/>
              </a:ext>
            </a:extLst>
          </p:cNvPr>
          <p:cNvSpPr txBox="1"/>
          <p:nvPr/>
        </p:nvSpPr>
        <p:spPr>
          <a:xfrm>
            <a:off x="8760172" y="341868"/>
            <a:ext cx="33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Digital Wealth Financial Adviser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466D6E-3587-5F01-9186-18ABE6A254AC}"/>
              </a:ext>
            </a:extLst>
          </p:cNvPr>
          <p:cNvSpPr txBox="1"/>
          <p:nvPr/>
        </p:nvSpPr>
        <p:spPr>
          <a:xfrm>
            <a:off x="3760809" y="3197647"/>
            <a:ext cx="374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Financial Adviser Team (Dashboard)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59D4EC-4611-936D-02C8-FD711DC7460A}"/>
              </a:ext>
            </a:extLst>
          </p:cNvPr>
          <p:cNvSpPr txBox="1"/>
          <p:nvPr/>
        </p:nvSpPr>
        <p:spPr>
          <a:xfrm>
            <a:off x="8346332" y="5577874"/>
            <a:ext cx="377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Passive Listener ➔ Active Intervener</a:t>
            </a:r>
            <a:br>
              <a:rPr lang="en-GB" dirty="0"/>
            </a:br>
            <a:r>
              <a:rPr lang="en-GB" dirty="0"/>
              <a:t>Auto KYC form fields in JSON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4F72F-8DF4-E962-6CAE-F65472EE80BA}"/>
              </a:ext>
            </a:extLst>
          </p:cNvPr>
          <p:cNvSpPr txBox="1"/>
          <p:nvPr/>
        </p:nvSpPr>
        <p:spPr>
          <a:xfrm>
            <a:off x="3316067" y="1149128"/>
            <a:ext cx="3475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Simultaneous Speech-to-Speech</a:t>
            </a:r>
          </a:p>
          <a:p>
            <a:pPr algn="ctr"/>
            <a:r>
              <a:rPr lang="en-GB" dirty="0"/>
              <a:t>(OpenAI gpt-realtime-2.1)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F82640-85E7-8858-DDB5-824DD5235B9E}"/>
              </a:ext>
            </a:extLst>
          </p:cNvPr>
          <p:cNvSpPr txBox="1"/>
          <p:nvPr/>
        </p:nvSpPr>
        <p:spPr>
          <a:xfrm>
            <a:off x="725438" y="5907876"/>
            <a:ext cx="2422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CAS Voice Shared Line</a:t>
            </a:r>
          </a:p>
        </p:txBody>
      </p:sp>
    </p:spTree>
    <p:extLst>
      <p:ext uri="{BB962C8B-B14F-4D97-AF65-F5344CB8AC3E}">
        <p14:creationId xmlns:p14="http://schemas.microsoft.com/office/powerpoint/2010/main" val="3834735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Dele Olajide</dc:creator>
  <cp:lastModifiedBy>Dele Olajide</cp:lastModifiedBy>
  <cp:revision>1</cp:revision>
  <dcterms:created xsi:type="dcterms:W3CDTF">2026-08-04T17:38:55Z</dcterms:created>
  <dcterms:modified xsi:type="dcterms:W3CDTF">2026-08-04T18:06:07Z</dcterms:modified>
</cp:coreProperties>
</file>